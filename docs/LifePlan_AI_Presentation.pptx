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evaluators. Today we present LifePlan AI, an autonomous multi-agent planning platform designed to solve the critical logistical and constraint failures of generative AI in travel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ask ChatGPT to plan a weekend trip, it gives a fluent narrative. But it ignores travel times, hallucinates closed venues, and leaves out hotel bills.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LifePlan AI solves this by introducing specialized autonomous agents that coordinate over a shared LangGraph blackboard.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architecture. The Coordinator oversees four worker agents. Agents write structured updates to the blackboard and critique drafts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agent is an expert in its own domain. Profile protects free time; Discovery finds open places; Logistics computes travel; Planner builds the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Coordinator oversees the lifecycle, delegates tasks, resolves conflicts between agents, and ensures no invalid plan reaches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Profile agent guarantees users are never constrained by fake meetings. The calendar starts 100% open unless explicitly 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ensures venues are real, open, and relevant. It purges non-tourist noise like colleges and clinics from activity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Logistics enforces the laws of physics. It calculates actual road times via OSRM, normalizes coordinates, and verifies hotel star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Planner puts the schedule puzzle together. It packs activities into available windows, locks chronological order, and enforces opening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parallel review round is what makes our system resilient. If Profile catches a meeting clash, Planner is forced to revise before the user sees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never let an LLM decide if a plan is valid. Our Smart Decision Engine evaluates structured data in deterministic Python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stack combines FastAPI and LangGraph with seven external APIs for mapping, places, live events, hotels, weather, and 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redesigned the interface into a guided 4-step wizard that shields the user from technical complexity while giving complete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engineering breakthroughs resolved legacy routing bugs, duplicate return legs, and coordinate inversions.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it rains during your trip, you click 'It's raining' in our quick re-plan drawer. The multi-agent graph dynamically adapts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verified every single constraint with 93 automated tests that run in 18 seconds. All 20 overhaul criteria pass with 100%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live demo, we showcase this prompt to demonstrate all multi-agent capabilities working together smoothly.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LifePlan AI proves that combining LLMs with deterministic multi-agent graphs produces reliable planning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much. We are now happy to answer any questions from the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LIFEPLAN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Autonomous Multi-Agent Personal Activity &amp; Trip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Grounded Real-World Logistics, Constraint Enforcement &amp; LangGraph Coordination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Project Team Members: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YASH PATEL — PRN: 2307012235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ARSH ANSARI — PRN: 23070122047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ALIRAZA SHAIKH — PRN: 23070122023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Department of Computer Science &amp; Information Technology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Symbiosis Institute of Technology (SIT), Symbiosis International (Deemed University), Pune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Repository: https://github.com/yashpatelSIT/lifeplan-ai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Core Problem: Why Generic LLMs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Generative Prose vs Real-World Physical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❌ Spatial Ignorance: Treats cities as abstract words; assumes 0-minute commutes or ignores 150 km highway drives.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❌ Phantom Calendar Collisions: Hallucinates 9-to-5 routines or latches onto unconfirmed feeds, blocking free users.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❌ Budget &amp; Expense Amnesia: Tallies meal costs but forgets accommodation, intercity tolls, local transit, and contingency funds.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❌ Hallucinated POIs &amp; Closed Venues: Suggests closed landmarks, colleges instead of tourist spots, or parks in heavy rain.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❌ Flawed Multi-Day Routing: Routes users back to their origin city every single night of a 3-day vacation!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Solution: LifePlan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Separating Semantic Reasoning from Mathematical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Architecture: 5 Specialized Autonomous Agents coordinated over a LangGraph Shared Blackboard.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Deterministic Truth: LLMs handle semantic intent; deterministic code &amp; real APIs handle coordinates, dates, and math.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Smart Decision Engine: Deterministically validates budgets, star ratings, and arrival deadlines independently of model output.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Zero Phantom Events: Clean-slate manual commitments engine with 'Plan around' vs 'Ignore' modes.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Transparent Cost Ledger: Full itemized accounting with an automatic 5% contingency buffer.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100% Verified Grounding: Venues, routes, weather, and hotel classes verified via 7 live external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LangGraph Shared Blackboard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Hierarchical Supervisor-Worker State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Supervisor Node (Adaptive Coordinator): Manages overall state machine, delegates tasks, and chairs review rounds.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Worker ReAct Nodes: Profile, Discovery, Logistics, and Planner each run internal Reason + Act tool loops.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Shared Blackboard State: Immutable state holding availability, candidate pools, road matrices, draft schedules, and issues.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Parallel Critique Round: Coordinator fans out using LangGraph Send to Profile, Discovery, and Logistics in parallel.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Bounded Revision Loops: Up to 2 automated repair rounds if high-severity violations are detected.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5 Specialized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Clear Separation of Concerns and Tool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1. 🤖 Adaptive Coordinator: Supervisor. Intent decomposition, schedule resolution, review arbitration, and finalization.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2. 🧠 Profile &amp; Availability Agent: Evaluates free-time windows. Manages manual commitments and checks public holidays.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3. 📍 Discovery &amp; Location Agent: Discovers verified POIs and live events. Purges irrelevant colleges/hospitals and checks weather.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4. 🚗 Travel &amp; Logistics Agent: Calculates road-network travel times via OSRM, verifies hotel classes, and converts FX currencies.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5. 📅 Planner &amp; Optimization Agent: Schedule solver. Window-packing solver, chronological locking, and pacing buffers.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Agent 1: Adaptive Coordinator (Supervisor)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The Orchestrator and Decision Arbiter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Supervisor Pattern: Central director of the LangGraph state machine routing conditional edges.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Intent Classification: Identifies plan mode (now, evening, day, weekend, domestic_trip, international_trip).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Natural-Language Precedence: Extracted dates and deadlines explicitly override default form selectors.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Review Chairperson: Aggregates critique reports, detects high-severity issues, and commands targeted repair rounds.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Circuit Breakers: Detects external API quota exhaustion and smoothly falls back to deterministic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Agent 2: Profile &amp; Availability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Zero Phantom Events &amp; Manual Commitment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Eliminates Phantom Events: Permanently fixes the legacy bug that inserted 12 phantom calendar meetings.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Clean-Slate Availability: A new request starts with an empty commitments list (100% open free window).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Manual Commitments Engine: Full Add, Edit, and Delete controls for real commitments (e.g. Project Sync 5:00-6:30 PM).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Explicit User Choice: 'Plan around these commitments' vs 'Ignore commitments for this plan' (vacation mode).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Commute Buffering: Automatically appends realistic travel buffers after meetings and work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Agent 3: Discovery &amp; Location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Grounding Truth &amp; Institutional Noise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100% Grounded Venues: POIs queried via Geoapify Places API and OpenStreetMap Overpass API.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Irrelevant Venue Purge: Deterministically filters out institutional and non-leisure entities: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Educational institutions: Colleges, universities, coaching academies, hostels.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Medical facilities: Hospitals, clinics, diagnostic centers.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Administrative / Residential: Police stations, government offices, cooperative housing societies.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Real-Time Events: Queries live comedy gigs, concerts, and cultural exhibitions via Tavily Search API.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Weather Exposure: Evaluates precipitation forecasts via Open-Meteo; shifts outdoor visits to indoor alternatives under rain.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Agent 4: Travel &amp; Logistics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Real Road Networks &amp; Verified Hotel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OSRM Road Networks: Computes actual road driving, cab, and walking transit matrices instead of straight-line distances.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Coordinate Normalization: Detects and fixes swapped Indian coordinates (lat &gt; 50, lon &lt; 40).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Speed Plausibility: Rejects unrealistic durations (e.g. 1,204 minutes for 5 km) or speeds &gt; 160 km/h.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Hotel Star Verification: Queries SerpAPI Google Hotels for verified star classes (3-star, 4-star, 5-star) and live nightly rates.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Intercity Connections: Automatically generates highway transit legs (e.g. ~3.5 hrs Pune-to-Mumbai cab).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Agent 5: Planner &amp; Optimization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The Constraint-Satisfying Schedule 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Greedy Window-Packing: Balances interest suitability, distance minimization, opening hours, and budget.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Operating Hours Adherence: Evaluates interval overlaps; never schedules attractions when closed.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Meal Gap Enforcement: Guarantees realistic spacing between lunch and dinner reservations.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Strict Chronological Guarantee: All timeline stops are strictly ordered by arrival time.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Pacing Configurations: Supports relaxed (+20 min buffer), balanced (+10 min), and packed pacing modes.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Multi-Agent Collaboration: Review &amp; Repair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How Agents Critique and Fix Draft Itineraries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1. Planner submits a draft schedule to the Coordinator.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2. Coordinator initiates a parallel critique round via LangGraph Send: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 - Profile Agent checks for calendar overlaps and window violations.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 - Discovery Agent checks venue operating hours, grounding, and weather exposure.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 - Logistics Agent checks transit feasibility between stops and total trip budget.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3. If high-severity issues are found, Coordinator demands targeted revisions from the Planner.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4. Up to 2 revision rounds occur before presentation, guaranteeing a verified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Smart Decision Engine: Deterministic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Why Code Enforces Hard Constraints (Not Prompts)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The Problem: Prompts like 'keep budget under ₹1500' are soft hints that LLMs often ignore.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Deterministic Code Enforcement: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Hard Budget Ceiling: Total cost &gt; budget immediately raises OVER_BUDGET; marks plan status as 'failed'.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Mandatory Return Deadline: Calculates latest departure T_depart = T_deadline - delta_t_return.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- 50 km Return Suppression: Local return legs to origin are suppressed if distance &gt; 50 km on intermediate vacation nights.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Fail-Honest Policy: If constraints are impossible, fails honestly rather than hallucinating fake bookings.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External APIs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Grounded Real-World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Multi-Agent Framework: LangGraph &amp; LangChain (StateGraph, ReAct loops, shared blackboard).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Language Models: Groq (Llama-3.3 / OSS) for ultra-low latency; Google Gemini for fallback.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Places &amp; Mapping: Geoapify Places API, OpenStreetMap Overpass, OSRM Routing Engine.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Live Events &amp; Accommodation: Tavily AI Search, SerpAPI (Google Flights &amp; Google Hotels).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Weather &amp; FX: Open-Meteo (hourly precipitation probability), Frankfurter (ECB currency rates).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Web API &amp; Frontend: FastAPI, Uvicorn, Vanilla JS, Semantic HTML5, Leaflet.js interactive maps.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User Experience: Guided 4-Step Wizard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Consumer-Friendly Workflow (No Developer Jargon)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Step 1 (Describe): Natural-language intent textarea with quick idea chips (Weekend getaway, Plan a date).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Step 2 (Preferences): Origin city with one-click 📍 Current GPS geolocation, budget picker, and interest tags.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Step 3 (Commitments): Clean commitments manager with 0 phantom events; Plan around vs Ignore mode.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Step 4 (Review): Verified requirements preview confirming extracted dates, hotel star tiers, and deadlines.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Finished Plan: Chronological timeline, interactive Leaflet map, itemized cost ledger, and .ics calendar export.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Critical Engineering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Breakthroughs Delivered in System Overhaul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1. Natural-Language Precedence: Prompts override form pickers and clear conflicting GPS coordinates.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2. Coordinate Normalization: Automatically detects and swaps inverted coordinates on the Indian subcontinent.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3. Plausibility Filters: Eliminates absurd 1,204-minute city hops by enforcing physical speed boundaries.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4. Duplicate Leg Elimination: 50 km geographic threshold stops vacations from routing back to origin every night.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5. Itemized Cost Ledger: Automatically itemizes hotel, transit, food, activities, and a 5% contingency buffer.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6. Timeline Chronological Lock: Strictly sorts stops by arrival time, ensuring alternative sorting never scrambles schedules.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Dynamic Re-Planning &amp; Disruption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Runtime Multi-Agent Disruption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Real-World Disruptions: Weather changes, traffic delays, or venues closing unexpectedly.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The ⚡ Quick Re-plan Drawer: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🌧️ 'It's raining — shift outdoor stops to indoor alternatives': Discovery swaps parks for covered museums/cafes.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⏰ 'Running 45 minutes late': Planner shifts subsequent stops forward and preserves reservations.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  - 🚫 'Venue closed / skipped': Drops the stop and pulls the next best alternative from the shortlisted pool.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</a:defRPr>
            </a:pPr>
            <a:r>
              <a:t>• State Preservation: Re-planning repairs the existing blackboard without losing budget or resetting the plan.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Testing, Verification &amp; Regression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100% Pass Rate Across All 93 Automated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Automated Test Suite: Built with Pytest using synthetic and mock fixtures for high-speed offline verification.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Overhaul Regression Suite (test_overhaul_regression.py): 20 targeted tests covering all overhaul criteria.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Key Verified Test Scenarios (All 100% Passed):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test_01: Zero phantom calendar events with empty commitments list.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test_04: Pune-to-Mumbai multi-day vacation generates outbound &amp; return highway legs.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test_05: Mandatory 8:00 PM Sunday return deadline back-calculated and enforced.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test_06: Minimum 3-star hotel requirement verified; lower ratings rejected.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test_07: Strict ₹1,500 budget fails honestly when plan costs ₹4,500.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test_11 &amp; 12: Inverted coordinates corrected and implausible speeds rejected.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✔ test_13: Duplicate return trips back to Pune (&gt;50 km away) suppressed on intermediate days.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 Showcase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Flagship Scenario: Pune to Mumbai 3-Day Vacation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User Prompt: 'Plan a 3-day trip from Pune to Mumbai from Friday 9:00 AM to Sunday evening. We need at least a 3-star hotel, want to explore Marine Drive, heritage sites, and great seafood. Budget is ₹22,000 for 2 people. I must be back in Pune by 8:00 PM on Sunday.'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Key Live Capabilities Displayed: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1. Natural-Language Precedence: Extracted Friday-Sunday dates, budget, and Pune-Mumbai city pair.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2. Outbound Intercity Leg: Realistic 3.5-hour highway cab from Pune to Mumbai on Friday morning.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3. Verified Accommodation: Taj Lands End / Marine Plaza (3+ star rating verified, 2 nights).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4. Strict Return Deadline: Departs Mumbai at 4:15 PM Sunday to arrive in Pune before 8:00 PM.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5. Itemized Cost Ledger: Hotel + Transit + Food + Activities + 5% Contingency = ₹19,650 (Within Budget).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Bridging Generative AI and Grounded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Project Contributions Summary: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Deployed an autonomous 5-agent system using LangGraph with supervisor orchestration.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Eliminated phantom calendar events and added manual commitment controls.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Built a deterministic Smart Decision Engine enforcing budgets, ratings, and physical transit.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Achieved 100% pass rate across 93 automated regression tests.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Future Work &amp; Extensions: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🎟️ Direct Booking APIs: Live reservations via IRCTC, OpenTable, and Booking.com.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👥 Collaborative Group Planning: Multi-user shared planning rooms with live venue voting.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  - 🚆 Public Transit Micro-Routing: Integration of real-time GTFS feeds for metro and rail systems.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LIFEPLAN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CB0"/>
                </a:solidFill>
              </a:defRPr>
            </a:pPr>
            <a:r>
              <a:t>Autonomous Multi-Agent Personal Activity &amp; Trip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Thank You for Your Time &amp; Attention!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Project Team Members: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YASH PATEL — PRN: 2307012235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ARSH ANSARI — PRN: 23070122047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• ALIRAZA SHAIKH — PRN: 23070122023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Institution: Symbiosis Institute of Technology (SIT), Pune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Repository: https://github.com/yashpatelSIT/lifeplan-ai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Live Application: http://localhost:8000</a:t>
            </a: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1A202C"/>
                </a:solidFill>
              </a:defRPr>
            </a:pPr>
            <a:r>
              <a:t>Questions &amp; Answers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